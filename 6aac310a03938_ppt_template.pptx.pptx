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IBM Plex Sans Bold" charset="1" panose="020B0803050203000203"/>
      <p:regular r:id="rId18"/>
    </p:embeddedFont>
    <p:embeddedFont>
      <p:font typeface="IBM Plex Sans" charset="1" panose="020B0503050203000203"/>
      <p:regular r:id="rId20"/>
    </p:embeddedFont>
    <p:embeddedFont>
      <p:font typeface="Cave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.jpeg" Type="http://schemas.openxmlformats.org/officeDocument/2006/relationships/image"/><Relationship Id="rId8" Target="../media/image2.png" Type="http://schemas.openxmlformats.org/officeDocument/2006/relationships/image"/><Relationship Id="rId9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03272" y="4310272"/>
            <a:ext cx="6354937" cy="128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72"/>
              </a:lnSpc>
            </a:pPr>
            <a:r>
              <a:rPr lang="en-US" b="true" sz="6054">
                <a:solidFill>
                  <a:srgbClr val="1D1D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84846" y="5643591"/>
            <a:ext cx="8208683" cy="177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b="true" sz="3168">
                <a:solidFill>
                  <a:srgbClr val="1D1D1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• TEAM NAME</a:t>
            </a:r>
          </a:p>
          <a:p>
            <a:pPr algn="l">
              <a:lnSpc>
                <a:spcPts val="5323"/>
              </a:lnSpc>
            </a:pPr>
            <a:r>
              <a:rPr lang="en-US" b="true" sz="3168">
                <a:solidFill>
                  <a:srgbClr val="1D1D1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• MEMBER NAMES</a:t>
            </a:r>
          </a:p>
          <a:p>
            <a:pPr algn="l">
              <a:lnSpc>
                <a:spcPts val="5323"/>
              </a:lnSpc>
            </a:pPr>
            <a:r>
              <a:rPr lang="en-US" b="true" sz="3168">
                <a:solidFill>
                  <a:srgbClr val="1D1D1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• ROLES OF THE MEMBERS</a:t>
            </a:r>
          </a:p>
        </p:txBody>
      </p:sp>
      <p:grpSp>
        <p:nvGrpSpPr>
          <p:cNvPr name="Group 4" id="4"/>
          <p:cNvGrpSpPr/>
          <p:nvPr/>
        </p:nvGrpSpPr>
        <p:grpSpPr>
          <a:xfrm rot="-5400000">
            <a:off x="7123100" y="-7111203"/>
            <a:ext cx="4088378" cy="18326624"/>
            <a:chOff x="0" y="0"/>
            <a:chExt cx="5451170" cy="244354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1221" cy="24435563"/>
            </a:xfrm>
            <a:custGeom>
              <a:avLst/>
              <a:gdLst/>
              <a:ahLst/>
              <a:cxnLst/>
              <a:rect r="r" b="b" t="t" l="l"/>
              <a:pathLst>
                <a:path h="24435563" w="5451221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7248" t="0" r="-3687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8678" y="296228"/>
            <a:ext cx="7240343" cy="791928"/>
            <a:chOff x="0" y="0"/>
            <a:chExt cx="9653791" cy="1055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3778" cy="1055878"/>
            </a:xfrm>
            <a:custGeom>
              <a:avLst/>
              <a:gdLst/>
              <a:ahLst/>
              <a:cxnLst/>
              <a:rect r="r" b="b" t="t" l="l"/>
              <a:pathLst>
                <a:path h="1055878" w="96537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20574" y="296228"/>
            <a:ext cx="5599605" cy="791928"/>
            <a:chOff x="0" y="0"/>
            <a:chExt cx="7466140" cy="105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6076" cy="1055878"/>
            </a:xfrm>
            <a:custGeom>
              <a:avLst/>
              <a:gdLst/>
              <a:ahLst/>
              <a:cxnLst/>
              <a:rect r="r" b="b" t="t" l="l"/>
              <a:pathLst>
                <a:path h="1055878" w="7466076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2925" y="1858956"/>
            <a:ext cx="8601075" cy="67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&amp; THEME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72247" y="2363743"/>
            <a:ext cx="10521525" cy="184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b="true" sz="2783">
                <a:solidFill>
                  <a:srgbClr val="1D1D1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Structure/Template</a:t>
            </a:r>
          </a:p>
          <a:p>
            <a:pPr algn="l" marL="320064" indent="-106688" lvl="2">
              <a:lnSpc>
                <a:spcPts val="2016"/>
              </a:lnSpc>
            </a:pPr>
          </a:p>
          <a:p>
            <a:pPr algn="l" marL="320064" indent="-106688" lvl="2">
              <a:lnSpc>
                <a:spcPts val="201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889275" y="3522859"/>
            <a:ext cx="10521525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Problem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Impact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Theme Alignment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4133" y="1819646"/>
            <a:ext cx="2771889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  <a:p>
            <a:pPr algn="ctr">
              <a:lnSpc>
                <a:spcPts val="235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452324" y="1867271"/>
            <a:ext cx="10521525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8"/>
              </a:lnSpc>
            </a:pPr>
          </a:p>
          <a:p>
            <a:pPr algn="l">
              <a:lnSpc>
                <a:spcPts val="3118"/>
              </a:lnSpc>
            </a:pP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Solution Overview (What their product does)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Key Features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Unique Value</a:t>
            </a:r>
          </a:p>
          <a:p>
            <a:pPr algn="l" marL="320064" indent="-106688" lvl="2">
              <a:lnSpc>
                <a:spcPts val="2016"/>
              </a:lnSpc>
            </a:pPr>
          </a:p>
          <a:p>
            <a:pPr algn="l" marL="320064" indent="-106688" lvl="2">
              <a:lnSpc>
                <a:spcPts val="2016"/>
              </a:lnSpc>
            </a:pPr>
          </a:p>
          <a:p>
            <a:pPr algn="l" marL="320064" indent="-106688" lvl="2">
              <a:lnSpc>
                <a:spcPts val="201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42426" y="1819646"/>
            <a:ext cx="4706684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</a:t>
            </a:r>
          </a:p>
          <a:p>
            <a:pPr algn="ctr">
              <a:lnSpc>
                <a:spcPts val="235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19274" y="2614679"/>
            <a:ext cx="11463738" cy="1893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03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Tech stack</a:t>
            </a:r>
          </a:p>
          <a:p>
            <a:pPr algn="l">
              <a:lnSpc>
                <a:spcPts val="4368"/>
              </a:lnSpc>
            </a:pPr>
            <a:r>
              <a:rPr lang="en-US" sz="303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Data flow</a:t>
            </a:r>
          </a:p>
          <a:p>
            <a:pPr algn="l">
              <a:lnSpc>
                <a:spcPts val="4368"/>
              </a:lnSpc>
            </a:pPr>
            <a:r>
              <a:rPr lang="en-US" sz="303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APIs used( If any used)</a:t>
            </a:r>
          </a:p>
          <a:p>
            <a:pPr algn="l">
              <a:lnSpc>
                <a:spcPts val="201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770136"/>
            <a:ext cx="9064066" cy="67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MARKET RESEARCH/ANALYSIS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63942" y="2550614"/>
            <a:ext cx="11438553" cy="2344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8"/>
              </a:lnSpc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Target users</a:t>
            </a:r>
          </a:p>
          <a:p>
            <a:pPr algn="l">
              <a:lnSpc>
                <a:spcPts val="4358"/>
              </a:lnSpc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Market size</a:t>
            </a:r>
          </a:p>
          <a:p>
            <a:pPr algn="l">
              <a:lnSpc>
                <a:spcPts val="4358"/>
              </a:lnSpc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Potential revenue model</a:t>
            </a:r>
          </a:p>
          <a:p>
            <a:pPr algn="l">
              <a:lnSpc>
                <a:spcPts val="4358"/>
              </a:lnSpc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 • Expected growth</a:t>
            </a:r>
          </a:p>
          <a:p>
            <a:pPr algn="l">
              <a:lnSpc>
                <a:spcPts val="201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138648" y="1489339"/>
            <a:ext cx="9064066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SCOPE</a:t>
            </a:r>
          </a:p>
          <a:p>
            <a:pPr algn="ctr">
              <a:lnSpc>
                <a:spcPts val="235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206141" y="2338730"/>
            <a:ext cx="10521525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Mobile app deployment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 model improvement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Enterprise integrations</a:t>
            </a:r>
          </a:p>
          <a:p>
            <a:pPr algn="l" marL="636468" indent="-212156" lvl="2">
              <a:lnSpc>
                <a:spcPts val="4009"/>
              </a:lnSpc>
              <a:buFont typeface="Arial"/>
              <a:buChar char="⚬"/>
            </a:pPr>
            <a:r>
              <a:rPr lang="en-US" sz="2783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Scaling to global users</a:t>
            </a:r>
          </a:p>
          <a:p>
            <a:pPr algn="l" marL="320064" indent="-106688" lvl="2">
              <a:lnSpc>
                <a:spcPts val="201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537306" y="1458325"/>
            <a:ext cx="9064066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b="true" sz="309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EXTRA(OPTIONAL)</a:t>
            </a:r>
          </a:p>
          <a:p>
            <a:pPr algn="ctr">
              <a:lnSpc>
                <a:spcPts val="235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196455" y="2348255"/>
            <a:ext cx="11438553" cy="1899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</a:p>
          <a:p>
            <a:pPr algn="l" marL="691984" indent="-230661" lvl="2">
              <a:lnSpc>
                <a:spcPts val="4358"/>
              </a:lnSpc>
              <a:buFont typeface="Arial"/>
              <a:buChar char="⚬"/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Additional information </a:t>
            </a:r>
          </a:p>
          <a:p>
            <a:pPr algn="l" marL="691984" indent="-230661" lvl="2">
              <a:lnSpc>
                <a:spcPts val="4358"/>
              </a:lnSpc>
              <a:buFont typeface="Arial"/>
              <a:buChar char="⚬"/>
            </a:pPr>
            <a:r>
              <a:rPr lang="en-US" sz="3027">
                <a:solidFill>
                  <a:srgbClr val="1D1D1F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Free to use if you want to !</a:t>
            </a:r>
          </a:p>
          <a:p>
            <a:pPr algn="l" marL="320046" indent="-106682" lvl="2">
              <a:lnSpc>
                <a:spcPts val="2015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9139" y="5736498"/>
            <a:ext cx="8898074" cy="2077107"/>
          </a:xfrm>
          <a:custGeom>
            <a:avLst/>
            <a:gdLst/>
            <a:ahLst/>
            <a:cxnLst/>
            <a:rect r="r" b="b" t="t" l="l"/>
            <a:pathLst>
              <a:path h="2077107" w="8898074">
                <a:moveTo>
                  <a:pt x="0" y="0"/>
                </a:moveTo>
                <a:lnTo>
                  <a:pt x="8898074" y="0"/>
                </a:lnTo>
                <a:lnTo>
                  <a:pt x="8898074" y="2077107"/>
                </a:lnTo>
                <a:lnTo>
                  <a:pt x="0" y="2077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4005" y="5409219"/>
            <a:ext cx="12268352" cy="1305430"/>
          </a:xfrm>
          <a:custGeom>
            <a:avLst/>
            <a:gdLst/>
            <a:ahLst/>
            <a:cxnLst/>
            <a:rect r="r" b="b" t="t" l="l"/>
            <a:pathLst>
              <a:path h="1305430" w="12268352">
                <a:moveTo>
                  <a:pt x="0" y="0"/>
                </a:moveTo>
                <a:lnTo>
                  <a:pt x="12268352" y="0"/>
                </a:lnTo>
                <a:lnTo>
                  <a:pt x="12268352" y="1305430"/>
                </a:lnTo>
                <a:lnTo>
                  <a:pt x="0" y="13054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348060">
            <a:off x="2043358" y="6801769"/>
            <a:ext cx="12071718" cy="95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7"/>
              </a:lnSpc>
            </a:pPr>
            <a:r>
              <a:rPr lang="en-US" sz="29088">
                <a:solidFill>
                  <a:srgbClr val="1D1D1F"/>
                </a:solidFill>
                <a:latin typeface="Caveat"/>
                <a:ea typeface="Caveat"/>
                <a:cs typeface="Caveat"/>
                <a:sym typeface="Caveat"/>
              </a:rPr>
              <a:t>Thank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4839" y="8174126"/>
            <a:ext cx="11687699" cy="101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0"/>
              </a:lnSpc>
            </a:pPr>
            <a:r>
              <a:rPr lang="en-US" sz="30167">
                <a:solidFill>
                  <a:srgbClr val="1D1D1F"/>
                </a:solidFill>
                <a:latin typeface="Caveat"/>
                <a:ea typeface="Caveat"/>
                <a:cs typeface="Caveat"/>
                <a:sym typeface="Caveat"/>
              </a:rPr>
              <a:t>you!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7123100" y="-7111203"/>
            <a:ext cx="4088378" cy="18326624"/>
            <a:chOff x="0" y="0"/>
            <a:chExt cx="5451170" cy="244354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1221" cy="24435563"/>
            </a:xfrm>
            <a:custGeom>
              <a:avLst/>
              <a:gdLst/>
              <a:ahLst/>
              <a:cxnLst/>
              <a:rect r="r" b="b" t="t" l="l"/>
              <a:pathLst>
                <a:path h="24435563" w="5451221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248" t="0" r="-3687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8678" y="296228"/>
            <a:ext cx="7240343" cy="791928"/>
            <a:chOff x="0" y="0"/>
            <a:chExt cx="9653791" cy="105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3778" cy="1055878"/>
            </a:xfrm>
            <a:custGeom>
              <a:avLst/>
              <a:gdLst/>
              <a:ahLst/>
              <a:cxnLst/>
              <a:rect r="r" b="b" t="t" l="l"/>
              <a:pathLst>
                <a:path h="1055878" w="96537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20574" y="296228"/>
            <a:ext cx="5599605" cy="791928"/>
            <a:chOff x="0" y="0"/>
            <a:chExt cx="7466140" cy="1055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66076" cy="1055878"/>
            </a:xfrm>
            <a:custGeom>
              <a:avLst/>
              <a:gdLst/>
              <a:ahLst/>
              <a:cxnLst/>
              <a:rect r="r" b="b" t="t" l="l"/>
              <a:pathLst>
                <a:path h="1055878" w="7466076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DAHWFR9oPsQ</dc:identifier>
  <dcterms:modified xsi:type="dcterms:W3CDTF">2011-08-01T06:04:30Z</dcterms:modified>
  <cp:revision>1</cp:revision>
  <dc:title>6aac310a03938_ppt_template.pptx</dc:title>
</cp:coreProperties>
</file>